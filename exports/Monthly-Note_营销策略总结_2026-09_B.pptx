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1c8b39be854ebc" /><Relationship Type="http://schemas.openxmlformats.org/officeDocument/2006/relationships/extended-properties" Target="/docProps/app.xml" Id="R7999bcc7d1c848e2" /><Relationship Type="http://schemas.openxmlformats.org/officeDocument/2006/relationships/officeDocument" Target="/ppt/presentation.xml" Id="Re175609f3cc643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0af9d9eb3c4cfb"/>
  </p:sldMasterIdLst>
  <p:notesMasterIdLst>
    <p:notesMasterId xmlns:r="http://schemas.openxmlformats.org/officeDocument/2006/relationships" r:id="Rdba636be8f2a40a7"/>
  </p:notesMasterIdLst>
  <p:sldIdLst>
    <p:sldId xmlns:r="http://schemas.openxmlformats.org/officeDocument/2006/relationships" id="256" r:id="R5678a4907037429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dd70d15d434f5f" /><Relationship Type="http://schemas.openxmlformats.org/officeDocument/2006/relationships/slideMaster" Target="/ppt/slideMasters/slideMaster1.xml" Id="Ree0af9d9eb3c4cfb" /><Relationship Type="http://schemas.openxmlformats.org/officeDocument/2006/relationships/notesMaster" Target="/ppt/notesMasters/notesMaster1.xml" Id="Rdba636be8f2a40a7" /><Relationship Type="http://schemas.openxmlformats.org/officeDocument/2006/relationships/presProps" Target="/ppt/presProps.xml" Id="Ra2e244648bf44256" /><Relationship Type="http://schemas.openxmlformats.org/officeDocument/2006/relationships/tableStyles" Target="/ppt/tableStyles.xml" Id="Re55d0963284f4a86" /><Relationship Type="http://schemas.openxmlformats.org/officeDocument/2006/relationships/slide" Target="/ppt/slides/slide1.xml" Id="R5678a490703742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bd439f246e46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98da0bf1054328" /><Relationship Type="http://schemas.openxmlformats.org/officeDocument/2006/relationships/notesMaster" Target="/ppt/notesMasters/notesMaster1.xml" Id="R0ed1b374f4454b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品质表达逐步具体化</a:t>
            </a:r>
          </a:p>
          <a:p xmlns:a="http://schemas.openxmlformats.org/drawingml/2006/main">
            <a:r>
              <a:t>源氏以黑标和专业展区细化实木品质；慕思以T12技术解释睡眠。品质议题被拆成材料、结构与研发等更具体的证明。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同一品类可以有不同主题</a:t>
            </a:r>
          </a:p>
          <a:p xmlns:a="http://schemas.openxmlformats.org/drawingml/2006/main">
            <a:r>
              <a:t>睡眠既可围绕技术支撑展开，也可围绕日常休息讲故事。慕思与亚朵分别采用功能解释和生活叙事，表达重心不同。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跨品类扩展需要共同主张</a:t>
            </a:r>
          </a:p>
          <a:p xmlns:a="http://schemas.openxmlformats.org/drawingml/2006/main">
            <a:r>
              <a:t>源氏将实木延展至睡眠与定制；顾家由功能单品连接整家配套。产品范围扩大后，品牌如何保持清晰认知值得关注。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林氏「适·居」展会报道</a:t>
            </a:r>
          </a:p>
          <a:p xmlns:a="http://schemas.openxmlformats.org/drawingml/2006/main">
            <a:r>
              <a:t>https://news.sina.com.cn/sx/2026-09-08/detail-inirayqy4699478.shtml</a:t>
            </a:r>
          </a:p>
          <a:p xmlns:a="http://schemas.openxmlformats.org/drawingml/2006/main">
            <a:r>
              <a:t>顾家松果沙发官方笔记</a:t>
            </a:r>
          </a:p>
          <a:p xmlns:a="http://schemas.openxmlformats.org/drawingml/2006/main">
            <a:r>
              <a:t>https://www.xiaohongshu.com/explore/6aaaa3fb00000000260321c1</a:t>
            </a:r>
          </a:p>
          <a:p xmlns:a="http://schemas.openxmlformats.org/drawingml/2006/main">
            <a:r>
              <a:t>亚朵「睡觉第一名」案例</a:t>
            </a:r>
          </a:p>
          <a:p xmlns:a="http://schemas.openxmlformats.org/drawingml/2006/main">
            <a:r>
              <a:t>https://socialbeta.com/campaign/28300</a:t>
            </a:r>
          </a:p>
          <a:p xmlns:a="http://schemas.openxmlformats.org/drawingml/2006/main">
            <a:r>
              <a:t>慕思T12官方发布</a:t>
            </a:r>
          </a:p>
          <a:p xmlns:a="http://schemas.openxmlformats.org/drawingml/2006/main">
            <a:r>
              <a:t>https://www.derucci.com/news/info.html?id=1637</a:t>
            </a:r>
          </a:p>
          <a:p xmlns:a="http://schemas.openxmlformats.org/drawingml/2006/main">
            <a:r>
              <a:t>源氏黑标官方笔记</a:t>
            </a:r>
          </a:p>
          <a:p xmlns:a="http://schemas.openxmlformats.org/drawingml/2006/main">
            <a:r>
              <a:t>https://www.xiaohongshu.com/explore/6a882d85000000002b003924</a:t>
            </a:r>
          </a:p>
          <a:p xmlns:a="http://schemas.openxmlformats.org/drawingml/2006/main">
            <a:r>
              <a:t>策略判断基于当前事件样本，不作行业全貌、消费者购买动机或品牌心智效果的结论。不使用内部提案未核查数字。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059b9aae743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29ea794e7245bd" /><Relationship Type="http://schemas.openxmlformats.org/officeDocument/2006/relationships/slideLayout" Target="/ppt/slideLayouts/slideLayout1.xml" Id="R664359e867404f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4359e867404f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ee9b9bfe842bc" /><Relationship Type="http://schemas.openxmlformats.org/officeDocument/2006/relationships/notesSlide" Target="/ppt/notesSlides/notesSlide1.xml" Id="Ra2970d63260b40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4AEFCC-1603-48C7-B61F-358B2D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06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B78"/>
                </a:solidFill>
                <a:latin typeface="Microsoft YaHei"/>
                <a:ea typeface="Microsoft YaHei"/>
                <a:cs typeface="Microsoft YaHei"/>
              </a:rPr>
              <a:t>Monthly Note · 营销策略与品类心智 · 2026.08.20—09.18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03E69-40D5-485E-B38E-73A57317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7068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品质、舒适与生活方式，正在形成不同的品牌叙事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3B553-B092-4A56-AD5B-47874B40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706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本期家居样本呈现三种竞争路径：用材料与系列解释品质，用功能与技术定义舒适，用生活故事赋予品类意义。关注点是品牌想建立什么认知，而非活动数量。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5D215-B8F3-4ADC-B4B3-9B7D2D93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52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28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28783"/>
                </a:solidFill>
                <a:latin typeface="Microsoft YaHei"/>
                <a:ea typeface="Microsoft YaHei"/>
                <a:cs typeface="Microsoft YaHei"/>
              </a:rPr>
              <a:t>本期竞争观察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1BF05-5937-4673-A010-1EC6D9A5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01  品质表达逐步具体化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0D06D-A2AC-442A-9DF5-D40D0E17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524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源氏以黑标和专业展区细化实木品质；慕思以T12技术解释睡眠。品质议题被拆成材料、结构与研发等更具体的证明。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C01EF-09CA-4531-8BC5-7C7020D9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02  同一品类可以有不同主题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BA5C4-6F77-4A7A-A8CB-AC79149D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5524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睡眠既可围绕技术支撑展开，也可围绕日常休息讲故事。慕思与亚朵分别采用功能解释和生活叙事，表达重心不同。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D825B-A7BA-4A83-B1B4-FA5BB210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389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03  跨品类扩展需要共同主张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C8696-BF4B-4574-80D4-038EDF28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53300"/>
            <a:ext cx="5524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源氏将实木延展至睡眠与定制；顾家由功能单品连接整家配套。产品范围扩大后，品牌如何保持清晰认知值得关注。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CE354-9377-4512-8A85-4ED5C731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28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28783"/>
                </a:solidFill>
                <a:latin typeface="Microsoft YaHei"/>
                <a:ea typeface="Microsoft YaHei"/>
                <a:cs typeface="Microsoft YaHei"/>
              </a:rPr>
              <a:t>竞品主题与认知方向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FE70B-F683-44C3-A776-FE1EE2F8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861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源氏木语  ·  以实木品质支撑生活方式延展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2A642-E6D0-4386-964D-9708FAA7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14775"/>
            <a:ext cx="1074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以材料认知为起点，扩展更完整的居住方案；高端系列让品质叙事出现层次。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BA23C-CB26-470A-96A5-2DFE6990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9580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8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8580"/>
                </a:solidFill>
                <a:latin typeface="Microsoft YaHei"/>
                <a:ea typeface="Microsoft YaHei"/>
                <a:cs typeface="Microsoft YaHei"/>
              </a:rPr>
              <a:t>动作依据：黑标、睡眠与定制在展会中分别展示。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3C095-C7EF-4D31-B39B-A6D1791C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387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顾家家居  ·  以功能舒适连接单品与整家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B7478-E2F4-468E-8CD3-734D6725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67325"/>
            <a:ext cx="1074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功能单品提供容易感知的舒适理由，整家业务扩大品牌的解决方案范围。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C9975-ACA7-429B-B04B-BC99A7E9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483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8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8580"/>
                </a:solidFill>
                <a:latin typeface="Microsoft YaHei"/>
                <a:ea typeface="Microsoft YaHei"/>
                <a:cs typeface="Microsoft YaHei"/>
              </a:rPr>
              <a:t>动作依据：松果沙发突出动态腰靠；装企交流呈现整家配套。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4E46B-BBA6-4D4F-AA97-0E2A2AD3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1912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慕思  ·  以AI技术强化睡眠专业性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EE2586-B4A9-4217-A331-C5C0B561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619875"/>
            <a:ext cx="1074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传播把研发能力放到前台，争取智能睡眠的专业认知；技术主张不等于已证明用户认可。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8374C-348E-4099-A87F-7B93C1F6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720090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8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8580"/>
                </a:solidFill>
                <a:latin typeface="Microsoft YaHei"/>
                <a:ea typeface="Microsoft YaHei"/>
                <a:cs typeface="Microsoft YaHei"/>
              </a:rPr>
              <a:t>动作依据：T12围绕分区支撑、本地运算与交互展开。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225E8-97D1-4B5D-907B-44CC3667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75438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亚朵星球  ·  以生活故事表达休息的价值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B51DD-65AE-4872-8D88-10F80458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7972425"/>
            <a:ext cx="1074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从生活态度进入睡眠议题，与技术叙事形成参照；情感主题尚不能直接说明购买动机。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4C8AD-7592-45D5-AFF6-FF1E1DFA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85534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8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8580"/>
                </a:solidFill>
                <a:latin typeface="Microsoft YaHei"/>
                <a:ea typeface="Microsoft YaHei"/>
                <a:cs typeface="Microsoft YaHei"/>
              </a:rPr>
              <a:t>动作依据：「睡觉第一名」广告片将产品置于日常生活。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7B25F-38F5-461E-9009-6314231E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0"/>
            <a:ext cx="1706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28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28783"/>
                </a:solidFill>
                <a:latin typeface="Microsoft YaHei"/>
                <a:ea typeface="Microsoft YaHei"/>
                <a:cs typeface="Microsoft YaHei"/>
              </a:rPr>
              <a:t>林氏视角 · 战略讨论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E89D5-01D0-4D32-8C7F-1A943BC0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0"/>
            <a:ext cx="1706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C3C"/>
                </a:solidFill>
                <a:latin typeface="Microsoft YaHei"/>
                <a:ea typeface="Microsoft YaHei"/>
                <a:cs typeface="Microsoft YaHei"/>
              </a:rPr>
              <a:t>以「适居」统摄丰富品类，还是优先建立某一优势品类认知？品质应如何支撑这条主线，而不成为另一个并列口号？重点是认知取舍与长期一致性。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0FCBB-F13B-4628-9F89-75861160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0"/>
            <a:ext cx="170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772"/>
                </a:solidFill>
                <a:latin typeface="Microsoft YaHei"/>
                <a:ea typeface="Microsoft YaHei"/>
                <a:cs typeface="Microsoft YaHei"/>
              </a:rPr>
              <a:t>基于本期公开报道与官方内容的策略解读；所述心智为品牌表达方向，不代表消费者已形成同等认知，也不代表行业全貌。</a:t>
            </a:r>
          </a:p>
        </p:txBody>
      </p:sp>
    </p:spTree>
    <p:extLst>
      <p:ext uri="{BB962C8B-B14F-4D97-AF65-F5344CB8AC3E}">
        <p14:creationId xmlns:p14="http://schemas.microsoft.com/office/powerpoint/2010/main" val="1145377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2026-09-18T15:48:05.6170000Z</dcterms:created>
  <dcterms:modified xsi:type="dcterms:W3CDTF">2026-09-18T15:48:05.6170000Z</dcterms:modified>
</coreProperties>
</file>